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5EEAD4"/>
                </a:solidFill>
                <a:latin typeface="Calibri"/>
              </a:rPr>
              <a:t>Perceptor.AI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6F8FC"/>
                </a:solidFill>
                <a:latin typeface="Calibri"/>
              </a:rPr>
              <a:t>What breaks if you release this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8B1C4"/>
                </a:solidFill>
                <a:latin typeface="Calibri"/>
              </a:rPr>
              <a:t>Predictive Engineering Review &amp; Code Evaluation for Proactive Threat Observation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5B4FC"/>
                </a:solidFill>
                <a:latin typeface="Calibri"/>
              </a:rPr>
              <a:t>E-TRONIX'26  |  PS 3: AI Code Review &amp; Release-Risk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Releases fail where a diff cannot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23774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EEAD4"/>
                </a:solidFill>
                <a:latin typeface="Calibri"/>
              </a:rPr>
              <a:t>The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7997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Authentication is removed from one handler. Eight callers still compile. The tests that would catch it were deleted in the same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737360"/>
            <a:ext cx="3545738" cy="23774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Reviewers skim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377440"/>
            <a:ext cx="317997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Hundreds of PRs merge weekly. Fatigue and LGTM rubber-stamping let bugs and leaked secrets reach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737360"/>
            <a:ext cx="3545738" cy="23774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72B6"/>
                </a:solidFill>
                <a:latin typeface="Calibri"/>
              </a:rPr>
              <a:t>Tools are siloed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2377440"/>
            <a:ext cx="317997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Static tools, tests and CI report separately. Nothing answers: is this release safe, and why?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8B1C4"/>
                </a:solidFill>
                <a:latin typeface="Calibri"/>
              </a:rPr>
              <a:t>Knight Capital (2012): $460M+ lost in 45 minutes.   CrowdStrike (2024): one bad update crashed millions of PCs.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8B1C4"/>
                </a:solidFill>
                <a:latin typeface="Calibri"/>
              </a:rPr>
              <a:t>The gap: no tool joins code analysis, security and repository context into one explainable release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Not 'is this code okay?' but 'what breaks if we ship it?'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2363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EEAD4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3639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Paste a GitHub URL or upload a zip.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17373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2273" y="1874520"/>
            <a:ext cx="22363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377440"/>
            <a:ext cx="223639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Parse, diff, rules, blast radius, optional AI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6" y="17373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3026" y="1874520"/>
            <a:ext cx="22363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72B6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6" y="2377440"/>
            <a:ext cx="223639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NOT READY / READY WITH WARNINGS / READY, each with reasons.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0899" y="173736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3779" y="1874520"/>
            <a:ext cx="223639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3779" y="2377440"/>
            <a:ext cx="223639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Apply repairs, compile, run tests, rescore.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•  Every finding keeps its line, evidence, impact and fix.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•  Works with no model key. The AI only reviews evidence the engine already found.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•  Exports Markdown and SARIF 2.1.0 for existing security tooling.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Evidence first, AI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988128"/>
            <a:ext cx="226379" cy="0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52459" y="2125980"/>
            <a:ext cx="226379" cy="862148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67558" y="2125980"/>
            <a:ext cx="226379" cy="862148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982657" y="2125980"/>
            <a:ext cx="226380" cy="862148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67558" y="2125980"/>
            <a:ext cx="1641479" cy="1867988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97757" y="2125980"/>
            <a:ext cx="226379" cy="0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12856" y="2125980"/>
            <a:ext cx="226379" cy="1005840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97757" y="3131820"/>
            <a:ext cx="1641478" cy="862148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2657" y="2988128"/>
            <a:ext cx="3056578" cy="143692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27955" y="3131820"/>
            <a:ext cx="226380" cy="0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039235" y="3131820"/>
            <a:ext cx="2603820" cy="2011680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27955" y="5143500"/>
            <a:ext cx="226380" cy="0"/>
          </a:xfrm>
          <a:prstGeom prst="line">
            <a:avLst/>
          </a:prstGeom>
          <a:ln w="15875">
            <a:solidFill>
              <a:srgbClr val="A8B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2599508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Calibri"/>
              </a:rPr>
              <a:t>Ingest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3739" y="2599508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7E8F9"/>
                </a:solidFill>
                <a:latin typeface="Calibri"/>
              </a:rPr>
              <a:t>Parse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8838" y="173736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7E8F9"/>
                </a:solidFill>
                <a:latin typeface="Calibri"/>
              </a:rPr>
              <a:t>Diff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3937" y="2599508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BF24"/>
                </a:solidFill>
                <a:latin typeface="Calibri"/>
              </a:rPr>
              <a:t>Static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9037" y="173736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BF24"/>
                </a:solidFill>
                <a:latin typeface="Calibri"/>
              </a:rPr>
              <a:t>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9037" y="3605348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BF24"/>
                </a:solidFill>
                <a:latin typeface="Calibri"/>
              </a:rPr>
              <a:t>Test gaps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4136" y="173736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5B4FC"/>
                </a:solidFill>
                <a:latin typeface="Calibri"/>
              </a:rPr>
              <a:t>AI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9235" y="274320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5B4FC"/>
                </a:solidFill>
                <a:latin typeface="Calibri"/>
              </a:rPr>
              <a:t>Correlate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54335" y="274320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472B6"/>
                </a:solidFill>
                <a:latin typeface="Calibri"/>
              </a:rPr>
              <a:t>Release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9235" y="475488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ADE80"/>
                </a:solidFill>
                <a:latin typeface="Calibri"/>
              </a:rPr>
              <a:t>Fix 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54335" y="475488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ADE80"/>
                </a:solidFill>
                <a:latin typeface="Calibri"/>
              </a:rPr>
              <a:t>Verify 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■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7E8F9"/>
                </a:solidFill>
                <a:latin typeface="Calibri"/>
              </a:rPr>
              <a:t>■ Understand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■ Detect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5B4FC"/>
                </a:solidFill>
                <a:latin typeface="Calibri"/>
              </a:rPr>
              <a:t>■ Reason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472B6"/>
                </a:solidFill>
                <a:latin typeface="Calibri"/>
              </a:rPr>
              <a:t>■ 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ADE80"/>
                </a:solidFill>
                <a:latin typeface="Calibri"/>
              </a:rPr>
              <a:t>■ Close the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* optional stage. Stages, dependencies and layout are read from config/pipeline.yaml.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WHAT IT FINDS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14 detectors across security, regression and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2148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EEAD4"/>
                </a:solidFill>
                <a:latin typeface="Calibri"/>
              </a:rPr>
              <a:t>Regression 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7997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Lookup used without a missing-value check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Input validation removed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Response status changed on an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737360"/>
            <a:ext cx="3545738" cy="2148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Quality 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377440"/>
            <a:ext cx="317997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Changed function is hard to follow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Changed function is very long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737360"/>
            <a:ext cx="3545738" cy="2148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72B6"/>
                </a:solidFill>
                <a:latin typeface="Calibri"/>
              </a:rPr>
              <a:t>Performance 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2377440"/>
            <a:ext cx="317997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Query executed inside a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3545738" cy="2148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Deployment (2)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17997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Dependency version moved backwards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Unsafe runtime configuration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4114800"/>
            <a:ext cx="3545738" cy="2148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5858" y="425196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ADE80"/>
                </a:solidFill>
                <a:latin typeface="Calibri"/>
              </a:rPr>
              <a:t>Testing 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5858" y="4754880"/>
            <a:ext cx="317997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Regression test removed for a changed function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4114800"/>
            <a:ext cx="3545738" cy="2148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425196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B7185"/>
                </a:solidFill>
                <a:latin typeface="Calibri"/>
              </a:rPr>
              <a:t>Security (5)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4754880"/>
            <a:ext cx="317997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SQL built with string interpolation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Secret material stored in source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Command built from concatenated input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Untrusted text written as HTML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8FC"/>
                </a:solidFill>
                <a:latin typeface="Calibri"/>
              </a:rPr>
              <a:t>Authentication check removed from a handler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8B1C4"/>
                </a:solidFill>
                <a:latin typeface="Calibri"/>
              </a:rPr>
              <a:t>Rules are YAML under rules/. Add a detector without changing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REPOSITORY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See the blast radius, not just the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Builds a symbol and call graph (tree-sitter + Python AST + NetworkX).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Maps each changed symbol to callers, callees and affected endpoints.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Builds a failure chain from the change up to the endpoint users hit.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Simulate release walks that chain step by step.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Flags regression tests removed while the code they covered was changing.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RELEASE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An explainable score, not a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6F8FC"/>
                </a:solidFill>
                <a:latin typeface="Calibri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74520"/>
            <a:ext cx="4572000" cy="36576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8288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A8B1C4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6F8FC"/>
                </a:solidFill>
                <a:latin typeface="Calibri"/>
              </a:rPr>
              <a:t>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560320"/>
            <a:ext cx="3810000" cy="3657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5146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A8B1C4"/>
                </a:solidFill>
                <a:latin typeface="Calibr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6F8FC"/>
                </a:solidFill>
                <a:latin typeface="Calibri"/>
              </a:rPr>
              <a:t>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246120"/>
            <a:ext cx="3048000" cy="3657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200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A8B1C4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6F8FC"/>
                </a:solidFill>
                <a:latin typeface="Calibri"/>
              </a:rPr>
              <a:t>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931920"/>
            <a:ext cx="228600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8862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A8B1C4"/>
                </a:solidFill>
                <a:latin typeface="Calibr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6F8FC"/>
                </a:solidFill>
                <a:latin typeface="Calibri"/>
              </a:rPr>
              <a:t>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4617720"/>
            <a:ext cx="1524000" cy="3657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45720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A8B1C4"/>
                </a:solidFill>
                <a:latin typeface="Calibri"/>
              </a:rPr>
              <a:t>10%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737360"/>
            <a:ext cx="3200400" cy="356616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8288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Points per finding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377440"/>
            <a:ext cx="2926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Critical: 40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High: 25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Medium: 12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Low: 5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8FC"/>
                </a:solidFill>
                <a:latin typeface="Calibri"/>
              </a:rPr>
              <a:t>Info: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8B1C4"/>
                </a:solidFill>
                <a:latin typeface="Calibri"/>
              </a:rPr>
              <a:t>Each dimension is 100 x (1 - e^(-points / 100)): it never caps, so more findings always score higher.  Bands: Low 0-25, Medium 26-50, High 51-75, Critical above.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8B1C4"/>
                </a:solidFill>
                <a:latin typeface="Calibri"/>
              </a:rPr>
              <a:t>Decision is separate from the band: any Critical finding, or a High finding in a blocking category, means NOT 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CLOSE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It proposes a fix, then proves it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23774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EEAD4"/>
                </a:solidFill>
                <a:latin typeface="Calibri"/>
              </a:rPr>
              <a:t>1.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7997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Parameterized SQL, secrets moved to the environment, restored checks, tests and pins.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737360"/>
            <a:ext cx="3545738" cy="23774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2.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377440"/>
            <a:ext cx="317997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Work on a copy. Run compileall and pytest with a timeout. The original tree is untouched.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737360"/>
            <a:ext cx="3545738" cy="23774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72B6"/>
                </a:solidFill>
                <a:latin typeface="Calibri"/>
              </a:rPr>
              <a:t>3. Rescore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2377440"/>
            <a:ext cx="317997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Before and after on one screen. Blocking findings cleared means the status improves.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8B1C4"/>
                </a:solidFill>
                <a:latin typeface="Calibri"/>
              </a:rPr>
              <a:t>Query-in-loop is deliberately not auto-fixed. It is not a blocker, so the repaired tree ends at READY WITH WARNINGS.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10 of 10 planted issues found, 0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EEAD4"/>
                </a:solidFill>
                <a:latin typeface="Calibri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7997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Planted 10
Detected 10
Missed 0
Extra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73736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377440"/>
            <a:ext cx="317997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NOT READY
Score 43
Analysis 0.043s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73736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72B6"/>
                </a:solidFill>
                <a:latin typeface="Calibri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2377440"/>
            <a:ext cx="317997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51 files: 0.16s
151 files: 0.288s
501 files: 0.959s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BBF24"/>
                </a:solidFill>
                <a:latin typeface="Calibri"/>
              </a:rPr>
              <a:t>Honest scope: this is a controlled regression fixture (tests/fixtures.py), not a general detection rate. Real-repository accuracy is the next measurement. Source: outputs/benchmark-results/benchmark.json.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STACK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Built today, planned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3291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ADE80"/>
                </a:solidFill>
                <a:latin typeface="Calibri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7997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FastAPI + SSE, Next.js graph UI
Tree-sitter, Python AST, NetworkX
YAML rules, SQLite cache
LLM via Openrouter (openai/gpt-4o-mini)
Markdown + SARIF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737360"/>
            <a:ext cx="3545738" cy="3291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Limits (stated)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377440"/>
            <a:ext cx="317997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Deep analysis: Python and JavaScript
Sandbox: copied workspace + timeout, not a container
Risk weights: prototype policy
Accuracy on real repos: not yet 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737360"/>
            <a:ext cx="3545738" cy="3291840"/>
          </a:xfrm>
          <a:prstGeom prst="roundRect">
            <a:avLst>
              <a:gd name="adj" fmla="val 6000"/>
            </a:avLst>
          </a:prstGeom>
          <a:solidFill>
            <a:srgbClr val="0D111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74520"/>
            <a:ext cx="31799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Calibri"/>
              </a:rPr>
              <a:t>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2377440"/>
            <a:ext cx="317997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6F8FC"/>
                </a:solidFill>
                <a:latin typeface="Calibri"/>
              </a:rPr>
              <a:t>GitHub Action / PR comment bot
Semgrep, Gitleaks, OSV integrations
Container sandbox
More languages
Weights calibrated on incident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EAD4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F8FC"/>
                </a:solidFill>
                <a:latin typeface="Calibri"/>
              </a:rPr>
              <a:t>Know what will break, why, and whether the fix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Perceptor.AI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1C4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Developers: instant, evidence-backed feedback.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Reviewers: focus on design, not tracing callers by hand.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Security teams: SARIF output and an audit trail per finding.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6F8FC"/>
                </a:solidFill>
                <a:latin typeface="Calibri"/>
              </a:rPr>
              <a:t>•  Release managers: one clear go or no-go with reasons.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EEAD4"/>
                </a:solidFill>
                <a:latin typeface="Calibri"/>
              </a:rPr>
              <a:t>Live app: perceptor-ai-release.vercel.app   |   github.com/Itx-Ace7/PERCEPTOR-ai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6F8FC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